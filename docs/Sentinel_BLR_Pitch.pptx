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01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0:00–0:18 OPENING (both on camera). A: "We're Team Rocket." Every traffic-AI asks: was a violation detected? B: "We ask a second question no deployed Indian system asks — is the evidence good enough to fine someone?"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0:18–0:52 THE PROBLEM (A). 26,000 wrong challans in Hyderabad last year — detector and plate-reader drifted out of sync. Bengaluru's own police say their AI still can't do wrong-side driving. Detecting isn't the gap; trusting a detection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0:52–1:33 THE ERS (A). Every detection gets one number 0–100. Five inputs. It routes itself: 85+ auto-fine, 60–84 human review, under 60 discard. Clear day 93 → fine. Heavy rain, mud 47 → discarded. Weak evidence cannot become a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1:33–2:42 SYSTEM + WHAT'S OURS (B). Standard pipeline underneath. These four are ours: calibration heartbeat (re-aligns a drifting camera every 15 min without stopping enforcement), 5-frame OCR fusion (recovers a plate from mud/rain), YAML policy engine (police change a rule in &lt;1 min, no engineer), and the ERS gate on top. Triple riding can NEVER auto-fine — a human always signs off. We'd rather miss a violation than wrongly accuse someone.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2:42–3:10 DEPLOYMENT (B then A). One packet, one score, one decision — this is what an officer sees. It starts at 10 junctions pulled from real violation data, each next phase a measured gate not a calendar date. Runs on Bengaluru's existing CCTV plus a small edge box per junction — phase one is lakhs, not crores. Grounded in real MV Act sections and the new DPDP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3:10–3:25 CLOSE (both). B: "Most systems decide whether to fine." A: "Ours decides whether it should — and it knows when it's wrong." Both: "Sentinel-BLR.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2.0     ·     THEME 3     ·     TEAM ROCKET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SENTINEL-BLR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Evidence-Quality Automated Traffic Enforcement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65760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traffic-AI system asks one question: </a:t>
            </a:r>
            <a:r>
              <a:rPr lang="en-US" sz="2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violation detected?</a:t>
            </a:r>
            <a:endParaRPr lang="en-US" sz="2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that asks a second: </a:t>
            </a:r>
            <a:r>
              <a:rPr lang="en-US" sz="21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evidence good enough to fine someone?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  ·   a single 0–100 reliability score on every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0515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challans  —  Hyderabad, 2025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violation detector and their plate reader silently drifted out of sync. Fines went to the wrong vehicles — some to cars in a completely different part of the city.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188720"/>
            <a:ext cx="4389120" cy="3657600"/>
          </a:xfrm>
          <a:prstGeom prst="roundRect">
            <a:avLst>
              <a:gd name="adj" fmla="val 2500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RECORD — BENGALURU, 2024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60920" y="20574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9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Traffic Police confirmed their AI </a:t>
            </a: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cannot detect wrong-side driving</a:t>
            </a:r>
            <a:r>
              <a:rPr lang="en-US" sz="19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those cases are registered </a:t>
            </a:r>
            <a:r>
              <a:rPr lang="en-US" sz="19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a manual process.”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violations is already solved. Knowing which detections are reliable enough to enforce on is not.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    ·     EVIDENCE RELIABILITY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decides what happens to every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</a:t>
            </a: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2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C</a:t>
            </a:r>
            <a:r>
              <a:rPr lang="en-US" sz="2700" b="1" baseline="-40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C</a:t>
            </a:r>
            <a:r>
              <a:rPr lang="en-US" sz="2700" b="1" baseline="-40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R</a:t>
            </a:r>
            <a:r>
              <a:rPr lang="en-US" sz="2700" b="1" baseline="-40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H</a:t>
            </a:r>
            <a:r>
              <a:rPr lang="en-US" sz="2700" b="1" baseline="-40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</a:t>
            </a: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Q</a:t>
            </a:r>
            <a:r>
              <a:rPr lang="en-US" sz="2700" b="1" baseline="-40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</a:t>
            </a: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agreement</a:t>
            </a: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34D399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≥ 85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day, clean plate  →  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FBBF24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81728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18888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rain, partial plate  →  75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0496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F87171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0496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77656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rain, mud  →  47 · no record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 structurally cannot become a fine.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spine — and the four layers that are </a:t>
            </a:r>
            <a:r>
              <a:rPr lang="en-US" sz="30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3268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5292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· Retinex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7316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· 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33172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93408" y="2496312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Engine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93408" y="28803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23317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A2138"/>
          </a:solidFill>
          <a:ln w="2286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2496312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Gate  ★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96528" y="28803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reliability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2480" y="2811780"/>
            <a:ext cx="27432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835640" y="18288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34D399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8356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835640" y="2487168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FBBF24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35640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835640" y="3145536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F87171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835640" y="31455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61320" y="2811780"/>
            <a:ext cx="274320" cy="0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61320" y="2811780"/>
            <a:ext cx="274320" cy="0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1320" y="2811780"/>
            <a:ext cx="274320" cy="580644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1320" y="2075688"/>
            <a:ext cx="0" cy="1316736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461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  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4612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re-aligns drift every 15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flipV="1">
            <a:off x="4251960" y="3291840"/>
            <a:ext cx="960120" cy="9601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6072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Fusion  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9788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plate recovery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6903720" y="3291840"/>
            <a:ext cx="2148840" cy="96012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6676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5039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Policy  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0392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in &lt;1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 flipV="1">
            <a:off x="9509760" y="3291840"/>
            <a:ext cx="0" cy="96012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our contribution</a:t>
            </a:r>
            <a:r>
              <a:rPr lang="en-US" sz="13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Everything else is a standard YOLO + OCR build.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OFFICER ACTUALLY RECEIVES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packet. One score. One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017520" cy="4160520"/>
          </a:xfrm>
          <a:prstGeom prst="roundRect">
            <a:avLst>
              <a:gd name="adj" fmla="val 3030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fram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37" y="2103120"/>
            <a:ext cx="1563167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 + GradCAM overlay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8680" y="5504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05 MN 4821</a:t>
            </a:r>
            <a:r>
              <a:rPr lang="en-US" sz="12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2-wheeler   ·   </a:t>
            </a: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2148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06240" y="2715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715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06240" y="32826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consensus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06240" y="3849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3849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06240" y="4416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4416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3fa2…c91b  (tamper-evident)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06240" y="5120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§129 helmet  ·  legally defensible without human review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012680" y="1874520"/>
            <a:ext cx="1783080" cy="4160520"/>
          </a:xfrm>
          <a:prstGeom prst="roundRect">
            <a:avLst>
              <a:gd name="adj" fmla="val 5128"/>
            </a:avLst>
          </a:prstGeom>
          <a:solidFill>
            <a:srgbClr val="1A2138"/>
          </a:solidFill>
          <a:ln w="2286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01268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12680" y="2514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8400" dirty="0"/>
          </a:p>
        </p:txBody>
      </p:sp>
      <p:sp>
        <p:nvSpPr>
          <p:cNvPr id="22" name="Text 19"/>
          <p:cNvSpPr/>
          <p:nvPr/>
        </p:nvSpPr>
        <p:spPr>
          <a:xfrm>
            <a:off x="10012680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241280" y="4617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0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0" y="4617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decide whether to fine.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decides whether it </a:t>
            </a:r>
            <a:r>
              <a:rPr lang="en-US" sz="40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r>
              <a:rPr lang="en-US" sz="4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knows when it's wrong.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SENTINEL-BLR</a:t>
            </a:r>
            <a:r>
              <a:rPr lang="en-US" sz="16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Team Rocket  ·  Flipkart Gridlock 2.0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Sentinel-BLR</dc:title>
  <dc:subject>PptxGenJS Presentation</dc:subject>
  <dc:creator>Team Rocket</dc:creator>
  <cp:lastModifiedBy>LENOVO</cp:lastModifiedBy>
  <cp:revision>1</cp:revision>
  <dcterms:created xsi:type="dcterms:W3CDTF">2026-06-20T04:56:29Z</dcterms:created>
  <dcterms:modified xsi:type="dcterms:W3CDTF">2026-06-21T08:33:51Z</dcterms:modified>
</cp:coreProperties>
</file>